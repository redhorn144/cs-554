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A1DD-19DB-EE44-41D5-4277FBAE6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8853B-1A21-482A-4BBD-CDE0BC413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F7500-3934-F013-41CC-1580DF0E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BD5B-2376-F41F-4733-251D4D15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E491-7EF3-FC7F-7447-2511FD15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3B04-39B8-E75E-C828-FBB9177D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89C60-888D-B9F9-1EDB-C5450515E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05906-1AB6-69D5-149B-24EC936C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00BC2-9123-8BA1-71AA-BF2923A8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8F9C-88CF-AC88-B9D8-CFF0689E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4A71-7A8B-9F63-2AFD-090CBF21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4C4D4-40A4-65F5-259E-8FA7F90F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054F2-2C7E-51DF-2F6B-49E15337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1E89-C6FF-B508-AEE1-CC3CE162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7CA3-28D0-26C9-B560-0785A8401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1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863C-E943-229D-1ADC-A0DBB119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EC6BC-0F4F-53A6-A278-CC28B2CCA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93E68-09D4-8C59-B701-AE8AD7E5F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ACAD5-7E71-9451-D67A-7F92F0A5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539A1-09C6-0533-50FC-288BF3FF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55225-B400-17D8-E350-F742F334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7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4923-84F6-A188-C8AF-9E7771E7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3479C-19B7-08DA-BA07-FCC2EA460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EE31A-8F24-D5DA-AB73-EEE81AE0C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748E4-9CF2-ABE7-FD6E-E821864CA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C450F-ED4C-E880-18EF-CD73C0D29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9E6CC-57A5-A195-4B84-20A71FEC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1D6AF-5E24-3078-A4CE-F38E6F84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174C9-6F86-56E5-2D73-D978DA63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FC8C-B6EC-C167-D9D8-7F8D78B9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5E104-9CCC-B7BF-D7F2-7494DCFC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1624D-406D-B222-EED6-2246FB45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498AB-2861-3B89-C112-5A7020A3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8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FDE9A-3D93-3BD1-AE0A-629E5753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80714-3A48-72DA-0B9D-BA8F6500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990D5-E2F5-F6EA-6249-E5354A82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0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B04F-5965-9C8E-7D33-DF11AD8C2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F3BE-5F48-DEDE-106D-692A4DAA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FC338-E7BE-8C3B-3F3B-A999309D5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809EC-9AEC-4637-EFBC-619CC947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59EDC-B57A-6939-7025-A563F134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D06A-1619-D9B5-C4FF-28978D1C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7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802E-DD01-FBCC-0903-99316C4C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ED03F0-90AF-1D32-8FFB-97E8D9FEE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05524-26FF-2865-0F97-162B8C3B5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43D67-3A8C-6C99-3382-06F13EB1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04F9C-6421-76A8-8BE3-FD8284E7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8CCDF-A13A-BF35-76E6-06B8592B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6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FF5D-BEDA-E914-E7DC-B9624690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79DB9-4BCB-801D-0750-30C3D4C54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1EE6-862B-B33E-F184-85D0332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0D5D3-E7E8-739E-8584-9C4A630A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03CC6-8543-04EE-BF25-094030D9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8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1009B-6BBB-91D8-CD04-9B9BADDAE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7F1D4-454E-99C4-48F3-3D47148D9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BFCA9-A64B-30FC-33E4-28BD745D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CE38B-B992-2E17-5E94-216C49FE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43AA3-27DA-8C92-2ADE-A19BB01F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9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35383A-D879-2AF3-34AF-841E84EE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91729-E0E4-7B82-0F3F-5CB2B1ADD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2105-586D-D7FA-B759-A39559DBC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41EB8-29B1-4CAC-AA66-95515770300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19E11-6D3F-1333-33D2-27150530C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AB6E-65EA-3BBA-E153-6D8E23D6C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31BD-125B-4FD9-80B9-3EDA54ABF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6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B1F8-564F-E150-45A3-29CC42558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Parallel RBF-RA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693BC-5B4D-696F-618A-583C254BB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Shaffer</a:t>
            </a:r>
          </a:p>
        </p:txBody>
      </p:sp>
    </p:spTree>
    <p:extLst>
      <p:ext uri="{BB962C8B-B14F-4D97-AF65-F5344CB8AC3E}">
        <p14:creationId xmlns:p14="http://schemas.microsoft.com/office/powerpoint/2010/main" val="71480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588E-9FDE-9DC4-E1C8-169A3F05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Basis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A240F-1D4B-514B-B106-381DB7CFA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Radial basis functions (RBFs) are used for interpolation and solving PDEs.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Approximates a function with N nodes as: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 = 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 − 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b="0" dirty="0"/>
                  <a:t>RBF: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 (ex.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Provably the best one can do in general spaces without a mesh.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A240F-1D4B-514B-B106-381DB7CFA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68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D906-A61C-859D-C3FE-A5A43A23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RBF-RA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401FC-CB89-6EC3-8345-13DB68D303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RBF methods are very poorly conditioned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 0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The RBF-RA (rational approximant) method samples at a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/>
                  <a:t> different “safe”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 sparse least squares system is solved for the stable rational approximant.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Parallel performance gains in: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Independent linear solves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Sparse least squares solves.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Particularly scalable with an RBF decomposition method like RBF partition of unity.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401FC-CB89-6EC3-8345-13DB68D30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9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1E5E-76E8-26CE-0438-6AB3D882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14A42-0444-4F83-DD6B-679D7CD8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Implement the RBF-RA method in a parallel manner.</a:t>
            </a:r>
          </a:p>
          <a:p>
            <a:pPr>
              <a:lnSpc>
                <a:spcPct val="150000"/>
              </a:lnSpc>
            </a:pPr>
            <a:r>
              <a:rPr lang="en-US" dirty="0"/>
              <a:t>Use it to solve Poisson, Navier Stokes, etc.</a:t>
            </a:r>
          </a:p>
          <a:p>
            <a:pPr>
              <a:lnSpc>
                <a:spcPct val="150000"/>
              </a:lnSpc>
            </a:pPr>
            <a:r>
              <a:rPr lang="en-US" dirty="0"/>
              <a:t>Analyze performance on a theoretical and implementation level.</a:t>
            </a:r>
          </a:p>
        </p:txBody>
      </p:sp>
    </p:spTree>
    <p:extLst>
      <p:ext uri="{BB962C8B-B14F-4D97-AF65-F5344CB8AC3E}">
        <p14:creationId xmlns:p14="http://schemas.microsoft.com/office/powerpoint/2010/main" val="153817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8663-38F2-2F15-EDFF-F7844495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5A17-2605-DED7-0BBE-0616C23C4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Wright, </a:t>
            </a:r>
            <a:r>
              <a:rPr lang="en-US" dirty="0" err="1"/>
              <a:t>Fornberg</a:t>
            </a:r>
            <a:r>
              <a:rPr lang="en-US" dirty="0"/>
              <a:t>. Stable computations with flat radial basis functions using vector-valued rational approximations. 2016.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35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</TotalTime>
  <Words>184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A Parallel RBF-RA Method</vt:lpstr>
      <vt:lpstr>Radial Basis Functions</vt:lpstr>
      <vt:lpstr>RBF-RA</vt:lpstr>
      <vt:lpstr>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Shaffer</dc:creator>
  <cp:lastModifiedBy>Alexander Shaffer</cp:lastModifiedBy>
  <cp:revision>4</cp:revision>
  <dcterms:created xsi:type="dcterms:W3CDTF">2026-02-12T18:37:36Z</dcterms:created>
  <dcterms:modified xsi:type="dcterms:W3CDTF">2026-02-14T22:33:44Z</dcterms:modified>
</cp:coreProperties>
</file>