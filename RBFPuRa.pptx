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F05"/>
    <a:srgbClr val="13294B"/>
    <a:srgbClr val="C84113"/>
    <a:srgbClr val="3B6C35"/>
    <a:srgbClr val="4B868E"/>
    <a:srgbClr val="FBB24D"/>
    <a:srgbClr val="F05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17" autoAdjust="0"/>
    <p:restoredTop sz="95787" autoAdjust="0"/>
  </p:normalViewPr>
  <p:slideViewPr>
    <p:cSldViewPr snapToGrid="0">
      <p:cViewPr varScale="1">
        <p:scale>
          <a:sx n="152" d="100"/>
          <a:sy n="152" d="100"/>
        </p:scale>
        <p:origin x="288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E1E9AA-346A-B3D9-794E-D00029D397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56AFA-A4B7-7466-6AF7-3B946230D3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4678F-55F8-4A98-B438-1921114C3F7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BE0AD-401D-551F-84BA-B7639FBB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98A03-EC06-4230-C305-6B2387392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E4B95-DB27-469E-87AB-81525EE3E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1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260D9-9A89-466D-AB9E-AB8EEEC5B27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6F0D5-1438-4C96-931F-854E0BFC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32F4F2-6BCB-E2A6-BF14-55C777A83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Accent">
            <a:extLst>
              <a:ext uri="{FF2B5EF4-FFF2-40B4-BE49-F238E27FC236}">
                <a16:creationId xmlns:a16="http://schemas.microsoft.com/office/drawing/2014/main" id="{A4CD8BB7-0ED5-85FC-E344-1C112A4E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6C5F9852-BDFC-7251-F9A8-98DEA1026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3131" y="1958297"/>
            <a:ext cx="8569236" cy="1614486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497620D0-FD2F-C1C0-438F-BA156FAA85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Department/Unit Name</a:t>
            </a:r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D3A57C1C-6F1A-1705-E0D4-BE50DA8625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1001931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36CFC5-9FDA-B7CC-A0E8-9E2C8CF52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11" name="Title Accent">
            <a:extLst>
              <a:ext uri="{FF2B5EF4-FFF2-40B4-BE49-F238E27FC236}">
                <a16:creationId xmlns:a16="http://schemas.microsoft.com/office/drawing/2014/main" id="{774D0FFC-1870-3AC0-2920-9F9EA3F5B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967BB4B5-6DC9-4239-4EE4-8B3B8C068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3131" y="1958297"/>
            <a:ext cx="8569236" cy="1614486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Department/unit name placeholder">
            <a:extLst>
              <a:ext uri="{FF2B5EF4-FFF2-40B4-BE49-F238E27FC236}">
                <a16:creationId xmlns:a16="http://schemas.microsoft.com/office/drawing/2014/main" id="{9CCA8B6C-53BF-DD2E-3863-4C111973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Department/Unit Name</a:t>
            </a:r>
          </a:p>
        </p:txBody>
      </p:sp>
      <p:sp>
        <p:nvSpPr>
          <p:cNvPr id="10" name="Date Placeholder">
            <a:extLst>
              <a:ext uri="{FF2B5EF4-FFF2-40B4-BE49-F238E27FC236}">
                <a16:creationId xmlns:a16="http://schemas.microsoft.com/office/drawing/2014/main" id="{609F09B9-AFB9-1195-67C0-6A06E8B361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7539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C2C3DC9-CBAF-E0AA-9E07-BE81DC638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4" cy="6856612"/>
          </a:xfrm>
          <a:prstGeom prst="rect">
            <a:avLst/>
          </a:prstGeom>
        </p:spPr>
      </p:pic>
      <p:pic>
        <p:nvPicPr>
          <p:cNvPr id="2" name="Block I">
            <a:extLst>
              <a:ext uri="{FF2B5EF4-FFF2-40B4-BE49-F238E27FC236}">
                <a16:creationId xmlns:a16="http://schemas.microsoft.com/office/drawing/2014/main" id="{F622F3C3-0B66-1EFA-7644-C9486EB60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7BC0581F-68FE-3796-A22D-5418171CE3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63545"/>
            <a:ext cx="12189530" cy="1614487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3E44D2A3-C965-C633-19E4-D7543644A7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11F428D-6D39-7B6D-AFE8-65D4134A99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881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4A6F8600-C465-A237-F197-C96A708B3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  <p:pic>
        <p:nvPicPr>
          <p:cNvPr id="2" name="Block I">
            <a:extLst>
              <a:ext uri="{FF2B5EF4-FFF2-40B4-BE49-F238E27FC236}">
                <a16:creationId xmlns:a16="http://schemas.microsoft.com/office/drawing/2014/main" id="{D8D43620-9928-A654-AC46-BED2B131F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68582E55-19DE-D3A6-A102-BEE797FEF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63545"/>
            <a:ext cx="12189530" cy="1614487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Department/Name Placeholder">
            <a:extLst>
              <a:ext uri="{FF2B5EF4-FFF2-40B4-BE49-F238E27FC236}">
                <a16:creationId xmlns:a16="http://schemas.microsoft.com/office/drawing/2014/main" id="{87E33E8E-94EC-D6F0-814A-4EDAFDEC86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53FE06C4-A829-23E6-0677-AB297591F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4258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7055D02D-3326-7573-A3C0-A19814EB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694"/>
            <a:ext cx="12189532" cy="6856612"/>
          </a:xfrm>
          <a:prstGeom prst="rect">
            <a:avLst/>
          </a:prstGeom>
        </p:spPr>
      </p:pic>
      <p:pic>
        <p:nvPicPr>
          <p:cNvPr id="15" name="Block I">
            <a:extLst>
              <a:ext uri="{FF2B5EF4-FFF2-40B4-BE49-F238E27FC236}">
                <a16:creationId xmlns:a16="http://schemas.microsoft.com/office/drawing/2014/main" id="{193783E6-EE13-4530-A988-B4868B496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11" name="Title Accent">
            <a:extLst>
              <a:ext uri="{FF2B5EF4-FFF2-40B4-BE49-F238E27FC236}">
                <a16:creationId xmlns:a16="http://schemas.microsoft.com/office/drawing/2014/main" id="{BBEA2DE4-2385-495C-A616-BF4D8C4AE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4A50B919-1C53-82C7-0ADF-4D7B606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E14BE4D4-A7FC-9557-3271-D4088C04E7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Department/unit name Placeholder">
            <a:extLst>
              <a:ext uri="{FF2B5EF4-FFF2-40B4-BE49-F238E27FC236}">
                <a16:creationId xmlns:a16="http://schemas.microsoft.com/office/drawing/2014/main" id="{5CA5320C-70CA-7F64-3D32-B994D01BD6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2D0D6A88-2FF4-ED2F-DB76-9BB2C9C00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4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493BA29-88DB-9209-4439-6C9327AE6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72E36FC3-13D9-5B7F-F024-ECE203EC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7" name="Title Accent">
            <a:extLst>
              <a:ext uri="{FF2B5EF4-FFF2-40B4-BE49-F238E27FC236}">
                <a16:creationId xmlns:a16="http://schemas.microsoft.com/office/drawing/2014/main" id="{70DB334B-58BA-FA46-760E-299BA028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9022AEE9-9854-64A4-8425-2C701E7B8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06092AA5-D5FE-2CF4-EDF1-CED258F3F2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1A96EBAC-4595-0697-28AB-2D82831393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B004C974-18EE-90F8-50C2-6B74362B7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73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4E2EB510-CA6D-090B-7475-EB8A202EE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2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68FCE613-86B1-45E6-BB32-58EB7FA4B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5" name="Title accent">
            <a:extLst>
              <a:ext uri="{FF2B5EF4-FFF2-40B4-BE49-F238E27FC236}">
                <a16:creationId xmlns:a16="http://schemas.microsoft.com/office/drawing/2014/main" id="{9D88B7D3-8E4C-8BC3-801C-DEA164218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DB230F21-1FBA-D776-0144-95076DA26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1BA84641-52D3-F667-A202-043557B06E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734D93D2-3734-2540-A03F-C47C6DD21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5E21822-BD18-9D54-B62B-8E5D54BCF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2F9A8B31-E9F1-E958-5770-0E4DC6EC1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372EC9F4-B30C-7841-50F3-CAE581C4A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6" name="Title Accent">
            <a:extLst>
              <a:ext uri="{FF2B5EF4-FFF2-40B4-BE49-F238E27FC236}">
                <a16:creationId xmlns:a16="http://schemas.microsoft.com/office/drawing/2014/main" id="{7F62A38B-0BBB-7A39-BE3D-4B696AE8F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8C38F5E-9BC0-719F-02FF-D9B0010B4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93DA8837-8538-EC91-4522-8F7D0204BE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C3874A56-F068-73F4-0F8E-2728FC25B4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D4F4EDB-DDC3-8969-B1D8-C97542C1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73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2C5E3-2C50-D5D2-E1FB-085CFA8C0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B6F3FFB3-15FF-5FEF-255A-ED6AEE9D5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15" name="Title underscore">
            <a:extLst>
              <a:ext uri="{FF2B5EF4-FFF2-40B4-BE49-F238E27FC236}">
                <a16:creationId xmlns:a16="http://schemas.microsoft.com/office/drawing/2014/main" id="{73C213B8-2261-4AAB-8CED-8BDC7849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7E785B2-7E34-E0D4-0458-2031C0247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4" name="Department/Unit name Placeholder">
            <a:extLst>
              <a:ext uri="{FF2B5EF4-FFF2-40B4-BE49-F238E27FC236}">
                <a16:creationId xmlns:a16="http://schemas.microsoft.com/office/drawing/2014/main" id="{43F3769A-076E-8C78-317D-5BCB57976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576D1151-1586-A4CD-17CD-700A8ECAB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7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30D879-E427-F595-A720-AD68F45BE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1" name="Block I">
            <a:extLst>
              <a:ext uri="{FF2B5EF4-FFF2-40B4-BE49-F238E27FC236}">
                <a16:creationId xmlns:a16="http://schemas.microsoft.com/office/drawing/2014/main" id="{03433787-1CFF-45E7-AF8C-BD6DE67D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10" name="Title underscore">
            <a:extLst>
              <a:ext uri="{FF2B5EF4-FFF2-40B4-BE49-F238E27FC236}">
                <a16:creationId xmlns:a16="http://schemas.microsoft.com/office/drawing/2014/main" id="{9AB7A58C-6DBD-4739-B4B2-CF600754B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1E358E9E-D14A-D868-718C-3F41147F1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5A4D42FD-F2CE-B461-42FC-B7365425E0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C86609E-3488-AC7D-5BCD-1999D3D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3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Accent">
            <a:extLst>
              <a:ext uri="{FF2B5EF4-FFF2-40B4-BE49-F238E27FC236}">
                <a16:creationId xmlns:a16="http://schemas.microsoft.com/office/drawing/2014/main" id="{D0364173-A96F-9FE3-06E5-5B39DC86E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lock I">
            <a:extLst>
              <a:ext uri="{FF2B5EF4-FFF2-40B4-BE49-F238E27FC236}">
                <a16:creationId xmlns:a16="http://schemas.microsoft.com/office/drawing/2014/main" id="{476E0D61-C12B-4A74-FA1D-11D7952A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7" name="Footer background">
            <a:extLst>
              <a:ext uri="{FF2B5EF4-FFF2-40B4-BE49-F238E27FC236}">
                <a16:creationId xmlns:a16="http://schemas.microsoft.com/office/drawing/2014/main" id="{0D56C456-94C5-4B92-7452-76C649BE7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2F5268-A885-7E39-998A-D50E2D26F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F48C7DE-94AB-9076-4335-F5D9A305B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1795749"/>
            <a:ext cx="10370190" cy="41203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epartment/Unit name Placeholder">
            <a:extLst>
              <a:ext uri="{FF2B5EF4-FFF2-40B4-BE49-F238E27FC236}">
                <a16:creationId xmlns:a16="http://schemas.microsoft.com/office/drawing/2014/main" id="{B033ED9C-0B52-487F-8BD5-11759DAF6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08AAFB27-B643-3132-E0CD-89C471BF4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51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80743D9-A6A8-DB12-6B2E-147C03806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9" name="Subheading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913536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688805"/>
            <a:ext cx="10370190" cy="9631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heading 2">
            <a:extLst>
              <a:ext uri="{FF2B5EF4-FFF2-40B4-BE49-F238E27FC236}">
                <a16:creationId xmlns:a16="http://schemas.microsoft.com/office/drawing/2014/main" id="{2D3D518F-FED5-7E25-12CE-FCBE9431A5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228" y="3957788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9071244-DD24-D83B-A3BC-DF4D85E087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2463" y="4733057"/>
            <a:ext cx="10370190" cy="9631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004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E00EE44-1662-6C19-8EEE-4473520AD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C33744-A502-FBC7-B1D3-73DF0C333B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9" name="Subhead Placeholder - left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785267"/>
            <a:ext cx="4876417" cy="2155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ubhead Placeholder - right">
            <a:extLst>
              <a:ext uri="{FF2B5EF4-FFF2-40B4-BE49-F238E27FC236}">
                <a16:creationId xmlns:a16="http://schemas.microsoft.com/office/drawing/2014/main" id="{224424D1-87E7-3962-19AA-DA17D1EABB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002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629D8EC-3306-885D-34FB-A593175BDA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46237" y="2785267"/>
            <a:ext cx="4876417" cy="2155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epartment/Unit name Placeholder">
            <a:extLst>
              <a:ext uri="{FF2B5EF4-FFF2-40B4-BE49-F238E27FC236}">
                <a16:creationId xmlns:a16="http://schemas.microsoft.com/office/drawing/2014/main" id="{78C65027-A687-41F0-E627-6C9CA6C8D0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254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accent">
            <a:extLst>
              <a:ext uri="{FF2B5EF4-FFF2-40B4-BE49-F238E27FC236}">
                <a16:creationId xmlns:a16="http://schemas.microsoft.com/office/drawing/2014/main" id="{115AD324-E2E1-9400-B6BC-49D0C5F6A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1844C4-2CEE-3AA9-FDAD-BAF322CBD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25" name="Subhead Placeholder - left">
            <a:extLst>
              <a:ext uri="{FF2B5EF4-FFF2-40B4-BE49-F238E27FC236}">
                <a16:creationId xmlns:a16="http://schemas.microsoft.com/office/drawing/2014/main" id="{4F21266B-E068-C84F-857F-629382CE9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8" name="Text Placeholder - left">
            <a:extLst>
              <a:ext uri="{FF2B5EF4-FFF2-40B4-BE49-F238E27FC236}">
                <a16:creationId xmlns:a16="http://schemas.microsoft.com/office/drawing/2014/main" id="{E378921D-C904-2C44-DAD3-10FCD05155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081" y="2774950"/>
            <a:ext cx="4876417" cy="266858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Subhead Placeholder - right">
            <a:extLst>
              <a:ext uri="{FF2B5EF4-FFF2-40B4-BE49-F238E27FC236}">
                <a16:creationId xmlns:a16="http://schemas.microsoft.com/office/drawing/2014/main" id="{EEBD4F98-6476-56B5-5D6A-FDFCA46BF7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002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30" name="Text Placeholder -right">
            <a:extLst>
              <a:ext uri="{FF2B5EF4-FFF2-40B4-BE49-F238E27FC236}">
                <a16:creationId xmlns:a16="http://schemas.microsoft.com/office/drawing/2014/main" id="{E6AC3C03-BBBE-A121-29AB-D885327950B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44855" y="2774797"/>
            <a:ext cx="4876417" cy="266858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epartment/unit name Placeholder">
            <a:extLst>
              <a:ext uri="{FF2B5EF4-FFF2-40B4-BE49-F238E27FC236}">
                <a16:creationId xmlns:a16="http://schemas.microsoft.com/office/drawing/2014/main" id="{447F6171-D545-B452-563D-EFB2AE966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101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6BB2015-0086-DF08-8A25-8A0616C8B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1180" y="1291652"/>
            <a:ext cx="6189488" cy="807792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Large Quote</a:t>
            </a:r>
          </a:p>
        </p:txBody>
      </p:sp>
      <p:sp>
        <p:nvSpPr>
          <p:cNvPr id="12" name="Quote 1 - left">
            <a:extLst>
              <a:ext uri="{FF2B5EF4-FFF2-40B4-BE49-F238E27FC236}">
                <a16:creationId xmlns:a16="http://schemas.microsoft.com/office/drawing/2014/main" id="{74CB6488-2929-62E5-C898-745037E06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273810" y="1167968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2"/>
                </a:solidFill>
              </a:rPr>
              <a:t>“</a:t>
            </a:r>
          </a:p>
        </p:txBody>
      </p:sp>
      <p:sp>
        <p:nvSpPr>
          <p:cNvPr id="13" name="Quote 1 - right">
            <a:extLst>
              <a:ext uri="{FF2B5EF4-FFF2-40B4-BE49-F238E27FC236}">
                <a16:creationId xmlns:a16="http://schemas.microsoft.com/office/drawing/2014/main" id="{91174DFB-BAA6-41D2-C5C4-B438E22AB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40821" y="1185256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2"/>
                </a:solidFill>
              </a:rPr>
              <a:t>”</a:t>
            </a:r>
          </a:p>
        </p:txBody>
      </p:sp>
      <p:sp>
        <p:nvSpPr>
          <p:cNvPr id="17" name="Attribution 1 Placeholder">
            <a:extLst>
              <a:ext uri="{FF2B5EF4-FFF2-40B4-BE49-F238E27FC236}">
                <a16:creationId xmlns:a16="http://schemas.microsoft.com/office/drawing/2014/main" id="{2A25C115-1C3A-AC3A-C7C7-570E85027B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27193" y="2116732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7" name="Quote 2 - left">
            <a:extLst>
              <a:ext uri="{FF2B5EF4-FFF2-40B4-BE49-F238E27FC236}">
                <a16:creationId xmlns:a16="http://schemas.microsoft.com/office/drawing/2014/main" id="{007BC3EA-75CF-5946-828D-DEFAF530E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273810" y="3477024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rgbClr val="FF5F05"/>
                </a:solidFill>
              </a:rPr>
              <a:t>“</a:t>
            </a:r>
          </a:p>
        </p:txBody>
      </p:sp>
      <p:sp>
        <p:nvSpPr>
          <p:cNvPr id="8" name="Quote 2 - right">
            <a:extLst>
              <a:ext uri="{FF2B5EF4-FFF2-40B4-BE49-F238E27FC236}">
                <a16:creationId xmlns:a16="http://schemas.microsoft.com/office/drawing/2014/main" id="{254A594E-C5D9-FA57-D21E-EAA6B5CB7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088267" y="3494312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2"/>
                </a:solidFill>
              </a:rPr>
              <a:t>”</a:t>
            </a:r>
          </a:p>
        </p:txBody>
      </p:sp>
      <p:sp>
        <p:nvSpPr>
          <p:cNvPr id="19" name="Long Quote Placeholder">
            <a:extLst>
              <a:ext uri="{FF2B5EF4-FFF2-40B4-BE49-F238E27FC236}">
                <a16:creationId xmlns:a16="http://schemas.microsoft.com/office/drawing/2014/main" id="{C6593C7D-5AD9-BC2C-0070-B0B3F7287B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0741" y="3501730"/>
            <a:ext cx="6179926" cy="150724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0000"/>
              </a:lnSpc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Long Paragraph Quote </a:t>
            </a:r>
          </a:p>
        </p:txBody>
      </p:sp>
      <p:sp>
        <p:nvSpPr>
          <p:cNvPr id="20" name="Long Quote attribution Placeholder">
            <a:extLst>
              <a:ext uri="{FF2B5EF4-FFF2-40B4-BE49-F238E27FC236}">
                <a16:creationId xmlns:a16="http://schemas.microsoft.com/office/drawing/2014/main" id="{D808D8CD-BCBE-F257-3C6F-64185F7ABD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7193" y="5065124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52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6AA2EA-F5CC-A830-112E-D187F54113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Subhead 1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2561957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52273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75583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73818" y="4699385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693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67464D1-DDEC-4858-9CA3-246D12B35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8" name="Subhead Placeholder 1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561957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2203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2463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0698" y="4699385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80438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825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B32AFE-F932-DF9D-9DB7-1815DFD5D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Subhead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3492374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0031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5372" y="277803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C361099-F3C8-7FD3-FE7D-BDB8984BD6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18" name="Subheading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3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0698" y="3492374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396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520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119C3D1A-1767-F64F-CCEA-FD8AB56C8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698" y="1578560"/>
            <a:ext cx="10371957" cy="387525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4689" y="5590340"/>
            <a:ext cx="10367965" cy="612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89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7D02BED8-DBC4-0252-E92E-234AE9D9F1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79104" y="2391179"/>
            <a:ext cx="4187900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A877C0E9-AC67-8A06-EFD9-3C48FB86AF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77339" y="3166449"/>
            <a:ext cx="4187900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69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9FFDD080-4638-6791-3E4F-BA329002E2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247" y="4070491"/>
            <a:ext cx="7695506" cy="76479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48247" y="4980067"/>
            <a:ext cx="7695506" cy="6125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4255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A352AF-0D0B-CA5B-F6AB-E8E707C2B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Slide Title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A294C2DE-00CB-57AC-36E4-F1BD262706D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1430338" y="1747838"/>
            <a:ext cx="9134475" cy="4360862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947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9AC6FB-79B2-8934-E612-EC987EF32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17" name="Title Placeholder">
            <a:extLst>
              <a:ext uri="{FF2B5EF4-FFF2-40B4-BE49-F238E27FC236}">
                <a16:creationId xmlns:a16="http://schemas.microsoft.com/office/drawing/2014/main" id="{9E07F9AC-4E7E-9623-9170-90BDADFA2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2" name="Title Underscore">
            <a:extLst>
              <a:ext uri="{FF2B5EF4-FFF2-40B4-BE49-F238E27FC236}">
                <a16:creationId xmlns:a16="http://schemas.microsoft.com/office/drawing/2014/main" id="{58F4D01E-94DA-4F0B-8E13-618D11B2D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lock I">
            <a:extLst>
              <a:ext uri="{FF2B5EF4-FFF2-40B4-BE49-F238E27FC236}">
                <a16:creationId xmlns:a16="http://schemas.microsoft.com/office/drawing/2014/main" id="{2ECD6B36-AE20-6B2C-70DA-90541397C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645B5409-DDAC-5BBA-E785-37F723B56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Questions/Contact/Information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982A2E9-6729-F459-2EB4-38593EB184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EC420C19-0C40-EAE2-AA9D-5101B4FF16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AF599E-70A8-5E76-56CB-CA69217C1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64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FF63E5-FDDB-6B44-048F-EF43D6670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DE6DDB-A415-6C63-7353-2B6BB41D5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0" name="Title Underscore">
            <a:extLst>
              <a:ext uri="{FF2B5EF4-FFF2-40B4-BE49-F238E27FC236}">
                <a16:creationId xmlns:a16="http://schemas.microsoft.com/office/drawing/2014/main" id="{EE499929-DC2D-46B3-A28E-229CC329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Block I">
            <a:extLst>
              <a:ext uri="{FF2B5EF4-FFF2-40B4-BE49-F238E27FC236}">
                <a16:creationId xmlns:a16="http://schemas.microsoft.com/office/drawing/2014/main" id="{E693DE19-AD82-43E4-870B-ABD71ED9E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0D3AEAA-8383-5B38-DD49-CF2D2E42B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Questions/Contact/Information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650F580-D423-6DBC-88B2-B37D4EB87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epartment/Unit name Placeholder">
            <a:extLst>
              <a:ext uri="{FF2B5EF4-FFF2-40B4-BE49-F238E27FC236}">
                <a16:creationId xmlns:a16="http://schemas.microsoft.com/office/drawing/2014/main" id="{D09D9943-0FAE-E4DE-E4FE-0B3F8F5513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BC285FAE-FC3C-B139-BFE4-13B464552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2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F629A3-552F-E006-13D5-0CE1F4DDF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48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460F61-2344-C760-857E-55ED7348C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10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D10096E1-7AA4-3695-82F5-7DAD7028D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95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C55AD4A4-2991-D3F6-2545-9BA75BB14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3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E08955-08BB-4699-BDD8-1E3D7EEF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B2E1F-8BE8-6F6E-A1F6-527F51B3D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605B6C-A108-B529-76C2-7C90E4E90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86134D44-37F0-44A1-8A08-E9432A030C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0" r:id="rId5"/>
    <p:sldLayoutId id="2147483663" r:id="rId6"/>
    <p:sldLayoutId id="2147483664" r:id="rId7"/>
    <p:sldLayoutId id="2147483665" r:id="rId8"/>
    <p:sldLayoutId id="2147483651" r:id="rId9"/>
    <p:sldLayoutId id="2147483666" r:id="rId10"/>
    <p:sldLayoutId id="2147483681" r:id="rId11"/>
    <p:sldLayoutId id="2147483671" r:id="rId12"/>
    <p:sldLayoutId id="2147483670" r:id="rId13"/>
    <p:sldLayoutId id="2147483652" r:id="rId14"/>
    <p:sldLayoutId id="2147483653" r:id="rId15"/>
    <p:sldLayoutId id="2147483672" r:id="rId16"/>
    <p:sldLayoutId id="2147483673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54" r:id="rId24"/>
    <p:sldLayoutId id="2147483655" r:id="rId25"/>
    <p:sldLayoutId id="2147483656" r:id="rId26"/>
    <p:sldLayoutId id="2147483657" r:id="rId27"/>
    <p:sldLayoutId id="2147483667" r:id="rId28"/>
    <p:sldLayoutId id="2147483668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2696B-79BC-F847-9BC5-2FF936F8D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Radial Basis Function</a:t>
            </a:r>
            <a:br>
              <a:rPr lang="en-US" dirty="0"/>
            </a:br>
            <a:r>
              <a:rPr lang="en-US" dirty="0"/>
              <a:t>PU + RA Pseudo-Spectral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CE813-D074-0CB6-13D3-7BCF2CFF5C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70" y="3972174"/>
            <a:ext cx="12189530" cy="787847"/>
          </a:xfrm>
        </p:spPr>
        <p:txBody>
          <a:bodyPr/>
          <a:lstStyle/>
          <a:p>
            <a:r>
              <a:rPr lang="en-US" dirty="0"/>
              <a:t>Alex Shaffer</a:t>
            </a:r>
          </a:p>
        </p:txBody>
      </p:sp>
    </p:spTree>
    <p:extLst>
      <p:ext uri="{BB962C8B-B14F-4D97-AF65-F5344CB8AC3E}">
        <p14:creationId xmlns:p14="http://schemas.microsoft.com/office/powerpoint/2010/main" val="199499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CBBFB-6EE1-FD0B-8E92-CA997EDB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47532-8D8F-BCE5-2984-82F88EE26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Presentation Topics: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RBF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 Algorithm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 Algorithm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Combined Algorithms and Complexity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CBF3C-3A4D-1C52-1224-17586725F8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94F42-40A4-2E31-91DF-8CA25E55B63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46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EA43-A9BC-9172-D366-53D7A44D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Basis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A321F9-ED0A-6060-365F-3535E1B1462D}"/>
                  </a:ext>
                </a:extLst>
              </p:cNvPr>
              <p:cNvSpPr>
                <a:spLocks noGrp="1"/>
              </p:cNvSpPr>
              <p:nvPr>
                <p:ph type="body" sz="quarter" idx="20"/>
              </p:nvPr>
            </p:nvSpPr>
            <p:spPr/>
            <p:txBody>
              <a:bodyPr/>
              <a:lstStyle/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Meshfree Approximation technique.</a:t>
                </a: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= 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 − 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endParaRPr lang="en-US" dirty="0"/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radial basis function.</a:t>
                </a: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This presentation uses a Gaussian: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 = 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  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A321F9-ED0A-6060-365F-3535E1B14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0"/>
              </p:nvPr>
            </p:nvSpPr>
            <p:spPr>
              <a:blipFill>
                <a:blip r:embed="rId2"/>
                <a:stretch>
                  <a:fillRect l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30FD2-9624-64F4-DB00-F917789A24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EAEA7-BB59-F9BC-5576-B3F9B5C9DB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62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8060-A330-ED4C-D0DE-AAC1E531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RBF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CFBEA-F4BE-0D85-D37C-CBA427E98F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Gaussian is infinitely smooth.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24E1B-5885-6694-1018-AD6FC99306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A0F70-659D-CE80-5CCD-17311AC7502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25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MB PPT ORANGE">
      <a:dk1>
        <a:srgbClr val="000000"/>
      </a:dk1>
      <a:lt1>
        <a:srgbClr val="FFFFFF"/>
      </a:lt1>
      <a:dk2>
        <a:srgbClr val="13294B"/>
      </a:dk2>
      <a:lt2>
        <a:srgbClr val="FF5F05"/>
      </a:lt2>
      <a:accent1>
        <a:srgbClr val="0071CE"/>
      </a:accent1>
      <a:accent2>
        <a:srgbClr val="FCB316"/>
      </a:accent2>
      <a:accent3>
        <a:srgbClr val="007E8E"/>
      </a:accent3>
      <a:accent4>
        <a:srgbClr val="006230"/>
      </a:accent4>
      <a:accent5>
        <a:srgbClr val="5C0E41"/>
      </a:accent5>
      <a:accent6>
        <a:srgbClr val="7D3E13"/>
      </a:accent6>
      <a:hlink>
        <a:srgbClr val="C84113"/>
      </a:hlink>
      <a:folHlink>
        <a:srgbClr val="2159A6"/>
      </a:folHlink>
    </a:clrScheme>
    <a:fontScheme name="SMB PPT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B PowerPoint Template V4" id="{B3CBA2D6-773F-894A-97CE-392945FF435E}" vid="{C086EF9A-8907-304D-A9A1-B52FE47F12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9477</TotalTime>
  <Words>73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Cambria Math</vt:lpstr>
      <vt:lpstr>Courier New</vt:lpstr>
      <vt:lpstr>Source Sans Pro</vt:lpstr>
      <vt:lpstr>Source Sans Pro SemiBold</vt:lpstr>
      <vt:lpstr>Office Theme</vt:lpstr>
      <vt:lpstr>A Radial Basis Function PU + RA Pseudo-Spectral Method</vt:lpstr>
      <vt:lpstr>Overview</vt:lpstr>
      <vt:lpstr>Radial Basis Functions</vt:lpstr>
      <vt:lpstr>Gaussian RBF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Lin, Bryan</dc:creator>
  <cp:lastModifiedBy>Shaffer, Alex</cp:lastModifiedBy>
  <cp:revision>21</cp:revision>
  <dcterms:created xsi:type="dcterms:W3CDTF">2022-06-14T14:37:32Z</dcterms:created>
  <dcterms:modified xsi:type="dcterms:W3CDTF">2026-03-07T02:22:26Z</dcterms:modified>
</cp:coreProperties>
</file>